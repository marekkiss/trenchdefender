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6" r:id="rId9"/>
    <p:sldId id="264" r:id="rId10"/>
    <p:sldId id="265" r:id="rId11"/>
    <p:sldId id="268" r:id="rId12"/>
    <p:sldId id="267" r:id="rId13"/>
    <p:sldId id="25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E0F4A1-D4EB-3D65-BF13-61AC955638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EC45209-8CE6-D740-3649-2FE7C661FB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/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27AD7587-0810-369A-A424-85312EBEF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EAD69-6F65-4288-A030-0F6A35481E25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41B4929F-C1A9-1293-0DA2-3424F943B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AA1BAC60-095F-9667-5C28-E549747AB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75B7A-3633-4F1A-8F05-54797A9EF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469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652B3C4-0C0C-292D-73E1-7D86037EC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3C3EAD2-E643-5A29-3F6A-0A684FF55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5F4AD0B0-C628-7516-3529-D64643D52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EAD69-6F65-4288-A030-0F6A35481E25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0155AC82-9F71-3B51-D98C-9B31B0C08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72C13923-4B4F-9873-E3D8-7B8D8253B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75B7A-3633-4F1A-8F05-54797A9EF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780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DF0B0E3-DC48-808E-40C7-5A77EE951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F0F35F9-A822-9DE7-CA03-139111490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3FC32314-EF7C-2CC6-EC5C-AE64A4CD4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EAD69-6F65-4288-A030-0F6A35481E25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9F860C4D-922B-705D-A54D-7166058E4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B5852191-C4D4-2DAB-C031-967DDE610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75B7A-3633-4F1A-8F05-54797A9EF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503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9F5C35-7943-3AFC-932C-B5597E1FB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0CF067C-976D-D2C6-3454-C9E5E5BCE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5D778AF4-2755-542D-D71B-C43E3A85D8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D960F050-D329-E722-A039-26CC82D0D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EAD69-6F65-4288-A030-0F6A35481E25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A7EA6DE1-2B87-F63F-F42B-B54CE4A4B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27661BF7-7C74-55AE-ACEC-F589D280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75B7A-3633-4F1A-8F05-54797A9EF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102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12BB4C1-7BA8-009F-E401-7D088AFCF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AA4FC11-EE1E-BB64-5E84-E175E4CA2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43ED1D05-87CD-FE88-8628-3B2BA58ACF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BE7F6DCD-7E79-5071-6CB0-DF4E416C81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3A3C7798-0191-4D03-1D4E-F24109FEE9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563C8EB8-AF09-1A80-C4C9-CAA82F37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EAD69-6F65-4288-A030-0F6A35481E25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EA1A10DB-4CB7-80F6-B78C-44E41E54B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5DD7F30E-6EEE-541A-3DA2-B8744DF07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75B7A-3633-4F1A-8F05-54797A9EF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76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1F19092-C1A2-EF8D-1E5B-905C7E220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293037D9-3654-0B9D-37CE-9EE44E66E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EAD69-6F65-4288-A030-0F6A35481E25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D11C5DB8-0C9E-FB54-800B-ECC27DA16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28481760-0F90-7259-C1E5-ABC60507E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75B7A-3633-4F1A-8F05-54797A9EF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09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57D4DA17-8786-B712-C5EE-4E70F7D26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EAD69-6F65-4288-A030-0F6A35481E25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5C692CD1-9E92-4381-4372-ADE623735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E093C4C8-6CDE-23EC-4629-B2CD26D77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75B7A-3633-4F1A-8F05-54797A9EF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466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C2DEA0D-EBD6-6BD3-1F5F-20F42E364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768D6E6-39D9-C93B-317A-2A4B703DA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88C8F176-E939-8E9D-81BF-86FE6C990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36CD43F9-D9ED-3B4C-C853-9B365D1EB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EAD69-6F65-4288-A030-0F6A35481E25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7973C3ED-2759-E0A1-4FD8-A25A55D4C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20BA297B-1F4D-A24C-F6C2-95DF91DD7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75B7A-3633-4F1A-8F05-54797A9EF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292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B584CE-2008-677B-A70B-503277CCD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C0F13329-7A9A-65DE-9828-111F9EFAF8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851223A1-A36E-1B61-F0D1-569DA502ED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D9802493-810D-387F-B115-DD4F9F729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EAD69-6F65-4288-A030-0F6A35481E25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6B398154-C2A7-F3D1-8997-478BBE153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C0547D8F-9A6B-25EE-1156-0CF257EC3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75B7A-3633-4F1A-8F05-54797A9EF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14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7F13E3A-2F6B-A5D4-182F-B58C62ABD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F0ACE2FF-A20D-A6A3-D5E0-AA7FF42E66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A432470D-440B-06EB-D192-1B2D2D92E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EAD69-6F65-4288-A030-0F6A35481E25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26E5F211-4624-8768-A903-317E2E57F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56B18E74-BA3C-BF0F-FDA9-B47FA0FD8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75B7A-3633-4F1A-8F05-54797A9EF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725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EE63DC4D-9957-F94D-0818-7993326B59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19CA2A96-EF1A-0E35-8DD9-22A64F82F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7060153E-36FE-4512-8B36-D6CFA3202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EAD69-6F65-4288-A030-0F6A35481E25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1416EF89-BD8B-B5B3-0296-C945120E4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923EA022-E079-61A6-5ACE-CB3C074C1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A75B7A-3633-4F1A-8F05-54797A9EF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366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59D0F0AA-B876-1BFB-C691-75C0DF95C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67B673A-1AC6-B504-4504-2419B237A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/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C1AA1E35-84A1-932A-1C15-0426EBFABD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EAD69-6F65-4288-A030-0F6A35481E25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0EAD00D0-DD16-9E56-2912-F83D959F22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6AB6105E-1A37-1034-C3C7-A216D1C83D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A75B7A-3633-4F1A-8F05-54797A9EF7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716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sNU31OlnNAw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2D4C975-890D-4540-8028-1A967CF93F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Progres</a:t>
            </a:r>
            <a:endParaRPr lang="en-US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27EDEF32-D541-87F0-03A0-B92B2B0A86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Marek Ki</a:t>
            </a:r>
            <a:r>
              <a:rPr lang="sk-SK" dirty="0" err="1"/>
              <a:t>šš</a:t>
            </a:r>
            <a:r>
              <a:rPr lang="en-US" dirty="0"/>
              <a:t> 4.A</a:t>
            </a:r>
          </a:p>
        </p:txBody>
      </p:sp>
    </p:spTree>
    <p:extLst>
      <p:ext uri="{BB962C8B-B14F-4D97-AF65-F5344CB8AC3E}">
        <p14:creationId xmlns:p14="http://schemas.microsoft.com/office/powerpoint/2010/main" val="835447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9AD2867-1748-D3C7-B35D-1441E2EA0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Projekt v </a:t>
            </a:r>
            <a:r>
              <a:rPr lang="en-US" dirty="0" err="1"/>
              <a:t>skratke</a:t>
            </a:r>
            <a:endParaRPr lang="en-US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EE1E784-3514-2E64-986B-DE829E734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2d top-down pixel art </a:t>
            </a:r>
            <a:r>
              <a:rPr lang="en-US" dirty="0" err="1"/>
              <a:t>hra</a:t>
            </a:r>
            <a:endParaRPr lang="en-US" dirty="0"/>
          </a:p>
          <a:p>
            <a:r>
              <a:rPr lang="en-US" dirty="0" err="1"/>
              <a:t>Pracujem</a:t>
            </a:r>
            <a:r>
              <a:rPr lang="en-US" dirty="0"/>
              <a:t> s </a:t>
            </a:r>
            <a:r>
              <a:rPr lang="en-US" dirty="0" err="1"/>
              <a:t>programom</a:t>
            </a:r>
            <a:r>
              <a:rPr lang="en-US" dirty="0"/>
              <a:t> Godot</a:t>
            </a:r>
          </a:p>
          <a:p>
            <a:r>
              <a:rPr lang="en-US" dirty="0" err="1"/>
              <a:t>prostredie</a:t>
            </a:r>
            <a:r>
              <a:rPr lang="en-US" dirty="0"/>
              <a:t> </a:t>
            </a:r>
            <a:r>
              <a:rPr lang="en-US" dirty="0" err="1"/>
              <a:t>zakopovej</a:t>
            </a:r>
            <a:r>
              <a:rPr lang="en-US" dirty="0"/>
              <a:t> </a:t>
            </a:r>
            <a:r>
              <a:rPr lang="en-US" dirty="0" err="1"/>
              <a:t>vojny</a:t>
            </a:r>
            <a:endParaRPr lang="en-US" dirty="0"/>
          </a:p>
          <a:p>
            <a:r>
              <a:rPr lang="en-US" dirty="0"/>
              <a:t>Singleplayer </a:t>
            </a:r>
            <a:r>
              <a:rPr lang="en-US" dirty="0" err="1"/>
              <a:t>hra</a:t>
            </a:r>
            <a:endParaRPr lang="en-US" dirty="0"/>
          </a:p>
          <a:p>
            <a:r>
              <a:rPr lang="en-US" dirty="0"/>
              <a:t>Ciel: </a:t>
            </a:r>
            <a:r>
              <a:rPr lang="en-US" dirty="0" err="1"/>
              <a:t>prezit</a:t>
            </a:r>
            <a:r>
              <a:rPr lang="en-US" dirty="0"/>
              <a:t> co </a:t>
            </a:r>
            <a:r>
              <a:rPr lang="en-US" dirty="0" err="1"/>
              <a:t>najviac</a:t>
            </a:r>
            <a:r>
              <a:rPr lang="en-US" dirty="0"/>
              <a:t> </a:t>
            </a:r>
            <a:r>
              <a:rPr lang="en-US" dirty="0" err="1"/>
              <a:t>dni</a:t>
            </a:r>
            <a:endParaRPr lang="en-US" dirty="0"/>
          </a:p>
          <a:p>
            <a:r>
              <a:rPr lang="en-US" dirty="0" err="1"/>
              <a:t>Hrac</a:t>
            </a:r>
            <a:r>
              <a:rPr lang="en-US" dirty="0"/>
              <a:t> </a:t>
            </a:r>
            <a:r>
              <a:rPr lang="en-US" dirty="0" err="1"/>
              <a:t>hra</a:t>
            </a:r>
            <a:r>
              <a:rPr lang="en-US" dirty="0"/>
              <a:t> za </a:t>
            </a:r>
            <a:r>
              <a:rPr lang="en-US" dirty="0" err="1"/>
              <a:t>operatora</a:t>
            </a:r>
            <a:r>
              <a:rPr lang="en-US" dirty="0"/>
              <a:t> </a:t>
            </a:r>
            <a:r>
              <a:rPr lang="en-US" dirty="0" err="1"/>
              <a:t>gulometu</a:t>
            </a:r>
            <a:r>
              <a:rPr lang="en-US" dirty="0"/>
              <a:t> a </a:t>
            </a:r>
            <a:r>
              <a:rPr lang="en-US" dirty="0" err="1"/>
              <a:t>odraza</a:t>
            </a:r>
            <a:r>
              <a:rPr lang="en-US" dirty="0"/>
              <a:t> </a:t>
            </a:r>
            <a:r>
              <a:rPr lang="en-US" dirty="0" err="1"/>
              <a:t>vlny</a:t>
            </a:r>
            <a:r>
              <a:rPr lang="en-US" dirty="0"/>
              <a:t> </a:t>
            </a:r>
            <a:r>
              <a:rPr lang="en-US" dirty="0" err="1"/>
              <a:t>utokov</a:t>
            </a:r>
            <a:r>
              <a:rPr lang="en-US" dirty="0"/>
              <a:t> </a:t>
            </a:r>
            <a:r>
              <a:rPr lang="en-US" dirty="0" err="1"/>
              <a:t>nepriatelov</a:t>
            </a:r>
            <a:endParaRPr lang="en-US" dirty="0"/>
          </a:p>
          <a:p>
            <a:r>
              <a:rPr lang="en-US" dirty="0"/>
              <a:t>16x16 </a:t>
            </a:r>
            <a:r>
              <a:rPr lang="en-US" dirty="0" err="1"/>
              <a:t>tileset</a:t>
            </a:r>
            <a:r>
              <a:rPr lang="en-US" dirty="0"/>
              <a:t>, 16x32 </a:t>
            </a:r>
            <a:r>
              <a:rPr lang="en-US" dirty="0" err="1"/>
              <a:t>postava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604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EF59BAA-56F9-EE98-ED1C-68A9ABCDE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Vlastna</a:t>
            </a:r>
            <a:r>
              <a:rPr lang="en-US" dirty="0"/>
              <a:t> </a:t>
            </a:r>
            <a:r>
              <a:rPr lang="en-US" dirty="0" err="1"/>
              <a:t>postava</a:t>
            </a:r>
            <a:r>
              <a:rPr lang="en-US" dirty="0"/>
              <a:t> s </a:t>
            </a:r>
            <a:r>
              <a:rPr lang="en-US" dirty="0" err="1"/>
              <a:t>animaciami</a:t>
            </a:r>
            <a:endParaRPr lang="en-US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0E4BED42-886A-0F15-5466-866AA4B8C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</a:t>
            </a:r>
            <a:r>
              <a:rPr lang="en-US" dirty="0" err="1"/>
              <a:t>pouzil</a:t>
            </a:r>
            <a:r>
              <a:rPr lang="en-US" dirty="0"/>
              <a:t> </a:t>
            </a:r>
            <a:r>
              <a:rPr lang="en-US" dirty="0" err="1"/>
              <a:t>som</a:t>
            </a:r>
            <a:r>
              <a:rPr lang="en-US" dirty="0"/>
              <a:t> program </a:t>
            </a:r>
            <a:r>
              <a:rPr lang="en-US" dirty="0" err="1"/>
              <a:t>LibreSprite</a:t>
            </a:r>
            <a:endParaRPr lang="en-US" dirty="0"/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72CA4B35-37D8-EB97-BA69-4181A085F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5802" y="1448116"/>
            <a:ext cx="4033990" cy="3489644"/>
          </a:xfrm>
          <a:prstGeom prst="rect">
            <a:avLst/>
          </a:prstGeom>
        </p:spPr>
      </p:pic>
      <p:pic>
        <p:nvPicPr>
          <p:cNvPr id="7" name="Obrázok 6">
            <a:extLst>
              <a:ext uri="{FF2B5EF4-FFF2-40B4-BE49-F238E27FC236}">
                <a16:creationId xmlns:a16="http://schemas.microsoft.com/office/drawing/2014/main" id="{FA33C7E8-AC6C-478C-E372-36FF1FEDA0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28" y="5181237"/>
            <a:ext cx="11871960" cy="1130663"/>
          </a:xfrm>
          <a:prstGeom prst="rect">
            <a:avLst/>
          </a:prstGeom>
        </p:spPr>
      </p:pic>
      <p:pic>
        <p:nvPicPr>
          <p:cNvPr id="9" name="Obrázok 8">
            <a:extLst>
              <a:ext uri="{FF2B5EF4-FFF2-40B4-BE49-F238E27FC236}">
                <a16:creationId xmlns:a16="http://schemas.microsoft.com/office/drawing/2014/main" id="{32BFE380-B43B-025D-6095-2A911CD712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3825" y="2562393"/>
            <a:ext cx="1545942" cy="2497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961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284B39C-EE3B-21F6-B7E1-FE81954C8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Vlastne</a:t>
            </a:r>
            <a:r>
              <a:rPr lang="en-US" dirty="0"/>
              <a:t> </a:t>
            </a:r>
            <a:r>
              <a:rPr lang="en-US" dirty="0" err="1"/>
              <a:t>textury</a:t>
            </a:r>
            <a:r>
              <a:rPr lang="en-US" dirty="0"/>
              <a:t> </a:t>
            </a:r>
            <a:r>
              <a:rPr lang="en-US" dirty="0" err="1"/>
              <a:t>mapy</a:t>
            </a:r>
            <a:endParaRPr lang="en-US" dirty="0"/>
          </a:p>
        </p:txBody>
      </p:sp>
      <p:pic>
        <p:nvPicPr>
          <p:cNvPr id="7" name="Zástupný objekt pre obsah 6">
            <a:extLst>
              <a:ext uri="{FF2B5EF4-FFF2-40B4-BE49-F238E27FC236}">
                <a16:creationId xmlns:a16="http://schemas.microsoft.com/office/drawing/2014/main" id="{051F5D33-E302-02B9-3624-E92EC5B0BC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677" y="1885361"/>
            <a:ext cx="12105118" cy="15563724"/>
          </a:xfrm>
        </p:spPr>
      </p:pic>
      <p:pic>
        <p:nvPicPr>
          <p:cNvPr id="9" name="Obrázok 8">
            <a:extLst>
              <a:ext uri="{FF2B5EF4-FFF2-40B4-BE49-F238E27FC236}">
                <a16:creationId xmlns:a16="http://schemas.microsoft.com/office/drawing/2014/main" id="{56204668-AEDE-9B70-D8E2-E5DFACBF42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407" y="3840480"/>
            <a:ext cx="11782593" cy="14026896"/>
          </a:xfrm>
          <a:prstGeom prst="rect">
            <a:avLst/>
          </a:prstGeom>
        </p:spPr>
      </p:pic>
      <p:pic>
        <p:nvPicPr>
          <p:cNvPr id="11" name="Obrázok 10">
            <a:extLst>
              <a:ext uri="{FF2B5EF4-FFF2-40B4-BE49-F238E27FC236}">
                <a16:creationId xmlns:a16="http://schemas.microsoft.com/office/drawing/2014/main" id="{D47022BB-DF45-85D2-5133-B2E5B3C5C6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6275" y="1708404"/>
            <a:ext cx="4264152" cy="4264152"/>
          </a:xfrm>
          <a:prstGeom prst="rect">
            <a:avLst/>
          </a:prstGeom>
        </p:spPr>
      </p:pic>
      <p:pic>
        <p:nvPicPr>
          <p:cNvPr id="15" name="Obrázok 14">
            <a:extLst>
              <a:ext uri="{FF2B5EF4-FFF2-40B4-BE49-F238E27FC236}">
                <a16:creationId xmlns:a16="http://schemas.microsoft.com/office/drawing/2014/main" id="{93A6F602-A1F8-D394-F715-21994C00BB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1029" y="4315021"/>
            <a:ext cx="10421599" cy="1042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641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FBB75CC-37B4-970C-FCDD-A1C3B8583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Ako </a:t>
            </a:r>
            <a:r>
              <a:rPr lang="en-US" dirty="0" err="1"/>
              <a:t>zatial</a:t>
            </a:r>
            <a:r>
              <a:rPr lang="en-US" dirty="0"/>
              <a:t> </a:t>
            </a:r>
            <a:r>
              <a:rPr lang="en-US" dirty="0" err="1"/>
              <a:t>vyzera</a:t>
            </a:r>
            <a:r>
              <a:rPr lang="en-US" dirty="0"/>
              <a:t> </a:t>
            </a:r>
            <a:r>
              <a:rPr lang="en-US" dirty="0" err="1"/>
              <a:t>mapa</a:t>
            </a:r>
            <a:r>
              <a:rPr lang="en-US" dirty="0"/>
              <a:t> s </a:t>
            </a:r>
            <a:r>
              <a:rPr lang="en-US" dirty="0" err="1"/>
              <a:t>koliziami</a:t>
            </a:r>
            <a:endParaRPr lang="en-US" dirty="0"/>
          </a:p>
        </p:txBody>
      </p:sp>
      <p:pic>
        <p:nvPicPr>
          <p:cNvPr id="5" name="Zástupný objekt pre obsah 4">
            <a:extLst>
              <a:ext uri="{FF2B5EF4-FFF2-40B4-BE49-F238E27FC236}">
                <a16:creationId xmlns:a16="http://schemas.microsoft.com/office/drawing/2014/main" id="{3BB1B0EF-9F06-557A-0113-D73EACF0DB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2921" y="1825625"/>
            <a:ext cx="804615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100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59664F4-915D-7691-9108-FC1ECC057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</a:t>
            </a:r>
            <a:r>
              <a:rPr lang="en-US" dirty="0" err="1"/>
              <a:t>mapa</a:t>
            </a:r>
            <a:endParaRPr lang="en-US" dirty="0"/>
          </a:p>
        </p:txBody>
      </p:sp>
      <p:pic>
        <p:nvPicPr>
          <p:cNvPr id="5" name="Zástupný objekt pre obsah 4">
            <a:extLst>
              <a:ext uri="{FF2B5EF4-FFF2-40B4-BE49-F238E27FC236}">
                <a16:creationId xmlns:a16="http://schemas.microsoft.com/office/drawing/2014/main" id="{69E15D87-22C1-4494-1A54-8822ECF1C1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7339" y="1825625"/>
            <a:ext cx="901732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18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B091A2F-3C7D-9A62-F08F-076C72AB6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Zástupný objekt pre obsah 4">
            <a:extLst>
              <a:ext uri="{FF2B5EF4-FFF2-40B4-BE49-F238E27FC236}">
                <a16:creationId xmlns:a16="http://schemas.microsoft.com/office/drawing/2014/main" id="{DFBC258B-D775-DC66-C499-DA85894025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57139" y="156499"/>
            <a:ext cx="2208358" cy="4351338"/>
          </a:xfrm>
          <a:prstGeom prst="rect">
            <a:avLst/>
          </a:prstGeom>
        </p:spPr>
      </p:pic>
      <p:pic>
        <p:nvPicPr>
          <p:cNvPr id="7" name="Obrázok 6">
            <a:extLst>
              <a:ext uri="{FF2B5EF4-FFF2-40B4-BE49-F238E27FC236}">
                <a16:creationId xmlns:a16="http://schemas.microsoft.com/office/drawing/2014/main" id="{A786CA73-EE66-9966-2F23-C48BA2F40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267" y="365125"/>
            <a:ext cx="1902017" cy="3934087"/>
          </a:xfrm>
          <a:prstGeom prst="rect">
            <a:avLst/>
          </a:prstGeom>
        </p:spPr>
      </p:pic>
      <p:pic>
        <p:nvPicPr>
          <p:cNvPr id="9" name="Obrázok 8">
            <a:extLst>
              <a:ext uri="{FF2B5EF4-FFF2-40B4-BE49-F238E27FC236}">
                <a16:creationId xmlns:a16="http://schemas.microsoft.com/office/drawing/2014/main" id="{01D6CF85-3CD5-4B7F-2B54-1F0464E01A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40" y="4580928"/>
            <a:ext cx="10332720" cy="211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544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8FBB4C4-532C-27EA-2D3C-C92129629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230D520-BE86-8BD7-D1F4-5FA4AB2AD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7A0C441D-131D-C644-40A8-71633829D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915" y="1027906"/>
            <a:ext cx="8106906" cy="4410691"/>
          </a:xfrm>
          <a:prstGeom prst="rect">
            <a:avLst/>
          </a:prstGeom>
        </p:spPr>
      </p:pic>
      <p:pic>
        <p:nvPicPr>
          <p:cNvPr id="7" name="Obrázok 6">
            <a:extLst>
              <a:ext uri="{FF2B5EF4-FFF2-40B4-BE49-F238E27FC236}">
                <a16:creationId xmlns:a16="http://schemas.microsoft.com/office/drawing/2014/main" id="{17416829-9415-EBEA-9478-AAA00B0F0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2515" y="425387"/>
            <a:ext cx="2148941" cy="575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118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E2449B6-D4A6-3F4B-4634-05461EB62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F8F9934-9CBF-FBE6-A75F-5FFE8314F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D4219D88-F370-053F-4B1B-AA8FE7663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3708377"/>
            <a:ext cx="10515600" cy="2318242"/>
          </a:xfrm>
          <a:prstGeom prst="rect">
            <a:avLst/>
          </a:prstGeom>
        </p:spPr>
      </p:pic>
      <p:pic>
        <p:nvPicPr>
          <p:cNvPr id="7" name="Obrázok 6">
            <a:extLst>
              <a:ext uri="{FF2B5EF4-FFF2-40B4-BE49-F238E27FC236}">
                <a16:creationId xmlns:a16="http://schemas.microsoft.com/office/drawing/2014/main" id="{37EE1816-C6E1-D3DC-1CDC-8D02DDB15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72" y="831381"/>
            <a:ext cx="10515600" cy="243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221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B118AD3-33ED-9655-B060-BF82B4D8C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Zástupný objekt pre obsah 4">
            <a:extLst>
              <a:ext uri="{FF2B5EF4-FFF2-40B4-BE49-F238E27FC236}">
                <a16:creationId xmlns:a16="http://schemas.microsoft.com/office/drawing/2014/main" id="{A562AD1F-EC1C-AE4B-76E3-6F12600080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167" y="2227908"/>
            <a:ext cx="2754571" cy="2768698"/>
          </a:xfrm>
        </p:spPr>
      </p:pic>
      <p:pic>
        <p:nvPicPr>
          <p:cNvPr id="7" name="Obrázok 6">
            <a:extLst>
              <a:ext uri="{FF2B5EF4-FFF2-40B4-BE49-F238E27FC236}">
                <a16:creationId xmlns:a16="http://schemas.microsoft.com/office/drawing/2014/main" id="{91F88DAB-2567-542B-2CFC-99D6A162FB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619" y="2112264"/>
            <a:ext cx="4193389" cy="2884342"/>
          </a:xfrm>
          <a:prstGeom prst="rect">
            <a:avLst/>
          </a:prstGeom>
        </p:spPr>
      </p:pic>
      <p:pic>
        <p:nvPicPr>
          <p:cNvPr id="9" name="Obrázok 8">
            <a:extLst>
              <a:ext uri="{FF2B5EF4-FFF2-40B4-BE49-F238E27FC236}">
                <a16:creationId xmlns:a16="http://schemas.microsoft.com/office/drawing/2014/main" id="{0F83DB22-C644-51B6-26F9-8D6EA69FAA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419" y="2186339"/>
            <a:ext cx="3048425" cy="281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392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911A4F9-88C4-2814-7087-B3FDDE0C3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Plany</a:t>
            </a:r>
            <a:r>
              <a:rPr lang="en-US" dirty="0"/>
              <a:t> do </a:t>
            </a:r>
            <a:r>
              <a:rPr lang="en-US" dirty="0" err="1"/>
              <a:t>dalsej</a:t>
            </a:r>
            <a:r>
              <a:rPr lang="en-US" dirty="0"/>
              <a:t> </a:t>
            </a:r>
            <a:r>
              <a:rPr lang="en-US" dirty="0" err="1"/>
              <a:t>kontroly</a:t>
            </a:r>
            <a:endParaRPr lang="en-US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282B52F-DF44-1EB8-1038-F5DE8B590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err="1"/>
              <a:t>Pridať</a:t>
            </a:r>
            <a:r>
              <a:rPr lang="en-US" dirty="0"/>
              <a:t> NPC </a:t>
            </a:r>
            <a:r>
              <a:rPr lang="en-US" dirty="0" err="1"/>
              <a:t>nepriateľov</a:t>
            </a:r>
            <a:r>
              <a:rPr lang="en-US" dirty="0"/>
              <a:t> so spawn </a:t>
            </a:r>
            <a:r>
              <a:rPr lang="en-US" dirty="0" err="1"/>
              <a:t>systémom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Nastaviť</a:t>
            </a:r>
            <a:r>
              <a:rPr lang="en-US" dirty="0"/>
              <a:t> </a:t>
            </a:r>
            <a:r>
              <a:rPr lang="en-US" dirty="0" err="1"/>
              <a:t>kolízie</a:t>
            </a:r>
            <a:r>
              <a:rPr lang="en-US" dirty="0"/>
              <a:t> </a:t>
            </a:r>
            <a:r>
              <a:rPr lang="en-US" dirty="0" err="1"/>
              <a:t>medzi</a:t>
            </a:r>
            <a:r>
              <a:rPr lang="en-US" dirty="0"/>
              <a:t> </a:t>
            </a:r>
            <a:r>
              <a:rPr lang="en-US" dirty="0" err="1"/>
              <a:t>guľkami</a:t>
            </a:r>
            <a:r>
              <a:rPr lang="en-US" dirty="0"/>
              <a:t> a </a:t>
            </a:r>
            <a:r>
              <a:rPr lang="en-US" dirty="0" err="1"/>
              <a:t>nepriateľmi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Vytvoriť</a:t>
            </a:r>
            <a:r>
              <a:rPr lang="en-US" dirty="0"/>
              <a:t> </a:t>
            </a:r>
            <a:r>
              <a:rPr lang="en-US" dirty="0" err="1"/>
              <a:t>systém</a:t>
            </a:r>
            <a:r>
              <a:rPr lang="en-US" dirty="0"/>
              <a:t> </a:t>
            </a:r>
            <a:r>
              <a:rPr lang="en-US" dirty="0" err="1"/>
              <a:t>prežitých</a:t>
            </a:r>
            <a:r>
              <a:rPr lang="en-US" dirty="0"/>
              <a:t> </a:t>
            </a:r>
            <a:r>
              <a:rPr lang="en-US" dirty="0" err="1"/>
              <a:t>dní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Nastaviť</a:t>
            </a:r>
            <a:r>
              <a:rPr lang="en-US" dirty="0"/>
              <a:t> </a:t>
            </a:r>
            <a:r>
              <a:rPr lang="en-US" dirty="0" err="1"/>
              <a:t>zvyšovanie</a:t>
            </a:r>
            <a:r>
              <a:rPr lang="en-US" dirty="0"/>
              <a:t> </a:t>
            </a:r>
            <a:r>
              <a:rPr lang="en-US" dirty="0" err="1"/>
              <a:t>obtiažnosti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Pridať</a:t>
            </a:r>
            <a:r>
              <a:rPr lang="en-US" dirty="0"/>
              <a:t> </a:t>
            </a:r>
            <a:r>
              <a:rPr lang="en-US" dirty="0" err="1"/>
              <a:t>ukazovateľ</a:t>
            </a:r>
            <a:r>
              <a:rPr lang="en-US" dirty="0"/>
              <a:t> </a:t>
            </a:r>
            <a:r>
              <a:rPr lang="en-US" dirty="0" err="1"/>
              <a:t>stavu</a:t>
            </a:r>
            <a:r>
              <a:rPr lang="en-US" dirty="0"/>
              <a:t> </a:t>
            </a:r>
            <a:r>
              <a:rPr lang="en-US" dirty="0" err="1"/>
              <a:t>zakopu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587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65BA0D-FC8D-F2F4-FED3-6E19DD89C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ukazku</a:t>
            </a:r>
            <a:endParaRPr lang="en-US" dirty="0"/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A9BBA85-3607-5E9E-625F-7E33C83F5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https://www.youtube.com/watch?v=sNU31OlnNAw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705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adpis 5">
            <a:extLst>
              <a:ext uri="{FF2B5EF4-FFF2-40B4-BE49-F238E27FC236}">
                <a16:creationId xmlns:a16="http://schemas.microsoft.com/office/drawing/2014/main" id="{A3FB646D-D083-1C4D-0285-1D4903CD58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Dakujem</a:t>
            </a:r>
            <a:r>
              <a:rPr lang="en-US" dirty="0"/>
              <a:t> za </a:t>
            </a:r>
            <a:r>
              <a:rPr lang="en-US" dirty="0" err="1"/>
              <a:t>pozornost</a:t>
            </a:r>
            <a:endParaRPr lang="en-US" dirty="0"/>
          </a:p>
        </p:txBody>
      </p:sp>
      <p:sp>
        <p:nvSpPr>
          <p:cNvPr id="7" name="Podnadpis 6">
            <a:extLst>
              <a:ext uri="{FF2B5EF4-FFF2-40B4-BE49-F238E27FC236}">
                <a16:creationId xmlns:a16="http://schemas.microsoft.com/office/drawing/2014/main" id="{80606E1F-519D-2E0B-773B-DA48BECD7F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483960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115</Words>
  <Application>Microsoft Office PowerPoint</Application>
  <PresentationFormat>Širokouhlá</PresentationFormat>
  <Paragraphs>24</Paragraphs>
  <Slides>13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Motív Office</vt:lpstr>
      <vt:lpstr>Progres</vt:lpstr>
      <vt:lpstr>Projekt v skratke</vt:lpstr>
      <vt:lpstr>Vlastna postava s animaciami</vt:lpstr>
      <vt:lpstr>Vlastne textury mapy</vt:lpstr>
      <vt:lpstr>Ako zatial vyzera mapa s koliziami</vt:lpstr>
      <vt:lpstr>Input mapa</vt:lpstr>
      <vt:lpstr>Prezentácia programu PowerPoint</vt:lpstr>
      <vt:lpstr>Prezentácia programu PowerPoint</vt:lpstr>
      <vt:lpstr>Prezentácia programu PowerPoint</vt:lpstr>
      <vt:lpstr>Prezentácia programu PowerPoint</vt:lpstr>
      <vt:lpstr>Plany do dalsej kontroly</vt:lpstr>
      <vt:lpstr>Link na ukazku</vt:lpstr>
      <vt:lpstr>Dakujem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Marek Kišš</dc:creator>
  <cp:lastModifiedBy>Marek Kišš</cp:lastModifiedBy>
  <cp:revision>2</cp:revision>
  <dcterms:created xsi:type="dcterms:W3CDTF">2025-11-24T18:56:52Z</dcterms:created>
  <dcterms:modified xsi:type="dcterms:W3CDTF">2025-11-24T19:29:35Z</dcterms:modified>
</cp:coreProperties>
</file>